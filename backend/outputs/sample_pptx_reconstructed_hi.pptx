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handoutMasterIdLst>
    <p:handoutMasterId r:id="rId7"/>
  </p:handoutMasterIdLst>
  <p:sldIdLst>
    <p:sldId id="304" r:id="rId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t>यह नमूना फ़ाइल है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t>परिचय</a:t>
            </a:r>
          </a:p>
          <a:p>
            <a:r>
              <a:t>आत्मविश्वास का निर्माण करें</a:t>
            </a:r>
          </a:p>
          <a:p>
            <a:r>
              <a:t>दर्शकों को लुभाना</a:t>
            </a:r>
          </a:p>
          <a:p>
            <a:r>
              <a:t>विजुअल एड्स</a:t>
            </a:r>
          </a:p>
          <a:p>
            <a:r>
              <a:t>अंतिम सुझाव और टिप्स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{E81FF122-9EED-4C8D-A7B1-889B3F74A191}TF8a9b5915-b8c7-461e-8cdd-693d48b5e32371f7b7e2_win32-4bf0b9a2ea37</Template>
  <TotalTime>2</TotalTime>
  <Words>18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Sabon Next LT</vt:lpstr>
      <vt:lpstr>Custom</vt:lpstr>
      <vt:lpstr>This Is the sample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919369778506</dc:creator>
  <cp:lastModifiedBy>919369778506</cp:lastModifiedBy>
  <cp:revision>1</cp:revision>
  <dcterms:created xsi:type="dcterms:W3CDTF">2026-09-05T09:13:07Z</dcterms:created>
  <dcterms:modified xsi:type="dcterms:W3CDTF">2026-09-05T09:15:23Z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